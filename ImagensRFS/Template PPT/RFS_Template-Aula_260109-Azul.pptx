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4"/>
    <p:sldMasterId id="2147483716" r:id="rId5"/>
  </p:sldMasterIdLst>
  <p:notesMasterIdLst>
    <p:notesMasterId r:id="rId14"/>
  </p:notesMasterIdLst>
  <p:sldIdLst>
    <p:sldId id="281" r:id="rId6"/>
    <p:sldId id="274" r:id="rId7"/>
    <p:sldId id="275" r:id="rId8"/>
    <p:sldId id="276" r:id="rId9"/>
    <p:sldId id="277" r:id="rId10"/>
    <p:sldId id="278" r:id="rId11"/>
    <p:sldId id="279" r:id="rId12"/>
    <p:sldId id="280" r:id="rId13"/>
  </p:sldIdLst>
  <p:sldSz cx="24384000" cy="13716000"/>
  <p:notesSz cx="6858000" cy="9144000"/>
  <p:defaultTextStyle>
    <a:defPPr>
      <a:defRPr lang="pt-BR"/>
    </a:defPPr>
    <a:lvl1pPr marL="0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43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686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29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371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F3"/>
    <a:srgbClr val="173609"/>
    <a:srgbClr val="172938"/>
    <a:srgbClr val="FFCF52"/>
    <a:srgbClr val="EF6196"/>
    <a:srgbClr val="52BAE7"/>
    <a:srgbClr val="A3D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0C055-79A8-4884-9251-F70CC5C265A2}" v="2" dt="2024-03-14T18:28:27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6341"/>
    <p:restoredTop sz="97097"/>
  </p:normalViewPr>
  <p:slideViewPr>
    <p:cSldViewPr snapToGrid="0" snapToObjects="1">
      <p:cViewPr>
        <p:scale>
          <a:sx n="36" d="100"/>
          <a:sy n="36" d="100"/>
        </p:scale>
        <p:origin x="1344" y="179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3" Type="http://schemas.microsoft.com/office/2016/11/relationships/changesInfo" Target="changesInfos/changesInfo1.xml"/><Relationship Id="rId24" Type="http://schemas.microsoft.com/office/2015/10/relationships/revisionInfo" Target="revisionInfo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a Garcia Corsi" userId="S::giovana.corsi@eldorado.org.br::39374c9d-d183-4272-834b-0ac45e325308" providerId="AD" clId="Web-{BE90C055-79A8-4884-9251-F70CC5C265A2}"/>
    <pc:docChg chg="addSld delSld">
      <pc:chgData name="Giovana Garcia Corsi" userId="S::giovana.corsi@eldorado.org.br::39374c9d-d183-4272-834b-0ac45e325308" providerId="AD" clId="Web-{BE90C055-79A8-4884-9251-F70CC5C265A2}" dt="2024-03-14T18:28:27.809" v="1"/>
      <pc:docMkLst>
        <pc:docMk/>
      </pc:docMkLst>
      <pc:sldChg chg="del">
        <pc:chgData name="Giovana Garcia Corsi" userId="S::giovana.corsi@eldorado.org.br::39374c9d-d183-4272-834b-0ac45e325308" providerId="AD" clId="Web-{BE90C055-79A8-4884-9251-F70CC5C265A2}" dt="2024-03-14T18:28:27.809" v="1"/>
        <pc:sldMkLst>
          <pc:docMk/>
          <pc:sldMk cId="1701689223" sldId="268"/>
        </pc:sldMkLst>
      </pc:sldChg>
      <pc:sldChg chg="new">
        <pc:chgData name="Giovana Garcia Corsi" userId="S::giovana.corsi@eldorado.org.br::39374c9d-d183-4272-834b-0ac45e325308" providerId="AD" clId="Web-{BE90C055-79A8-4884-9251-F70CC5C265A2}" dt="2024-03-14T18:28:26.278" v="0"/>
        <pc:sldMkLst>
          <pc:docMk/>
          <pc:sldMk cId="3898415307" sldId="273"/>
        </pc:sldMkLst>
      </pc:sldChg>
    </pc:docChg>
  </pc:docChgLst>
  <pc:docChgLst>
    <pc:chgData name="Daiane de Oliveira Ramires" userId="S::daiane.ramires@eldorado.org.br::53745015-8857-4184-9290-6ff8b1542180" providerId="AD" clId="Web-{4D93AADF-3F7E-E867-F3BC-9F0C51596CEF}"/>
    <pc:docChg chg="modSld">
      <pc:chgData name="Daiane de Oliveira Ramires" userId="S::daiane.ramires@eldorado.org.br::53745015-8857-4184-9290-6ff8b1542180" providerId="AD" clId="Web-{4D93AADF-3F7E-E867-F3BC-9F0C51596CEF}" dt="2024-02-26T20:39:18.880" v="61" actId="1076"/>
      <pc:docMkLst>
        <pc:docMk/>
      </pc:docMkLst>
      <pc:sldChg chg="modSp">
        <pc:chgData name="Daiane de Oliveira Ramires" userId="S::daiane.ramires@eldorado.org.br::53745015-8857-4184-9290-6ff8b1542180" providerId="AD" clId="Web-{4D93AADF-3F7E-E867-F3BC-9F0C51596CEF}" dt="2024-02-26T20:39:18.880" v="61" actId="1076"/>
        <pc:sldMkLst>
          <pc:docMk/>
          <pc:sldMk cId="1701689223" sldId="268"/>
        </pc:sldMkLst>
        <pc:spChg chg="mod">
          <ac:chgData name="Daiane de Oliveira Ramires" userId="S::daiane.ramires@eldorado.org.br::53745015-8857-4184-9290-6ff8b1542180" providerId="AD" clId="Web-{4D93AADF-3F7E-E867-F3BC-9F0C51596CEF}" dt="2024-02-26T20:39:14.396" v="60" actId="1076"/>
          <ac:spMkLst>
            <pc:docMk/>
            <pc:sldMk cId="1701689223" sldId="268"/>
            <ac:spMk id="2" creationId="{00000000-0000-0000-0000-000000000000}"/>
          </ac:spMkLst>
        </pc:spChg>
        <pc:spChg chg="mod">
          <ac:chgData name="Daiane de Oliveira Ramires" userId="S::daiane.ramires@eldorado.org.br::53745015-8857-4184-9290-6ff8b1542180" providerId="AD" clId="Web-{4D93AADF-3F7E-E867-F3BC-9F0C51596CEF}" dt="2024-02-26T20:39:18.880" v="61" actId="1076"/>
          <ac:spMkLst>
            <pc:docMk/>
            <pc:sldMk cId="1701689223" sldId="26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A0BA9-2612-4947-A0D0-A1C1B9FA3AFF}" type="datetimeFigureOut">
              <a:rPr lang="pt-BR" smtClean="0"/>
              <a:t>13/01/2026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563D2-DF4D-6741-B2A6-D09A553DD421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470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solidFill>
          <a:srgbClr val="FF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5161935"/>
            <a:ext cx="15490723" cy="2423140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>
              <a:defRPr sz="9600" b="1" i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da </a:t>
            </a:r>
            <a:r>
              <a:rPr lang="pt-BR" dirty="0" smtClean="0"/>
              <a:t>aula</a:t>
            </a:r>
            <a:endParaRPr lang="pt-BR" dirty="0"/>
          </a:p>
        </p:txBody>
      </p:sp>
      <p:sp>
        <p:nvSpPr>
          <p:cNvPr id="13" name="Espaço Reservado para Texto 16"/>
          <p:cNvSpPr>
            <a:spLocks noGrp="1"/>
          </p:cNvSpPr>
          <p:nvPr>
            <p:ph type="body" sz="quarter" idx="11" hasCustomPrompt="1"/>
          </p:nvPr>
        </p:nvSpPr>
        <p:spPr>
          <a:xfrm>
            <a:off x="1676400" y="7991475"/>
            <a:ext cx="15490723" cy="81280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 </a:t>
            </a:r>
            <a:r>
              <a:rPr lang="pt-BR" smtClean="0"/>
              <a:t>(</a:t>
            </a:r>
            <a:r>
              <a:rPr lang="pt-BR" dirty="0"/>
              <a:t>se houver)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2160000"/>
            <a:ext cx="21031200" cy="1775896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72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do </a:t>
            </a:r>
            <a:r>
              <a:rPr lang="pt-BR" dirty="0" smtClean="0"/>
              <a:t>slide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4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5015896"/>
            <a:ext cx="21031200" cy="760664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Conteúdo em texto</a:t>
            </a:r>
          </a:p>
        </p:txBody>
      </p:sp>
    </p:spTree>
    <p:extLst>
      <p:ext uri="{BB962C8B-B14F-4D97-AF65-F5344CB8AC3E}">
        <p14:creationId xmlns:p14="http://schemas.microsoft.com/office/powerpoint/2010/main" val="1164703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ópic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2160000"/>
            <a:ext cx="21031200" cy="1775896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72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do </a:t>
            </a:r>
            <a:r>
              <a:rPr lang="pt-BR" dirty="0" smtClean="0"/>
              <a:t>slide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5015897"/>
            <a:ext cx="21031200" cy="7606642"/>
          </a:xfrm>
          <a:prstGeom prst="rect">
            <a:avLst/>
          </a:prstGeom>
        </p:spPr>
        <p:txBody>
          <a:bodyPr lIns="0" tIns="0" rIns="0" bIns="0"/>
          <a:lstStyle>
            <a:lvl1pPr marL="571500" indent="-571500">
              <a:buFont typeface="Arial" charset="0"/>
              <a:buChar char="•"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Conteúdo em tópicos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em duas colun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2181363"/>
            <a:ext cx="21031200" cy="1754533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72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do </a:t>
            </a:r>
            <a:r>
              <a:rPr lang="pt-BR" dirty="0" smtClean="0"/>
              <a:t>slide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27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5015896"/>
            <a:ext cx="21031200" cy="7606643"/>
          </a:xfrm>
          <a:prstGeom prst="rect">
            <a:avLst/>
          </a:prstGeom>
        </p:spPr>
        <p:txBody>
          <a:bodyPr lIns="0" tIns="0" rIns="0" bIns="0" numCol="2" spcCol="720000">
            <a:noAutofit/>
          </a:bodyPr>
          <a:lstStyle>
            <a:lvl1pPr>
              <a:defRPr lang="pt-BR" sz="4000" b="0" i="0" u="none" strike="noStrike" smtClean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pt-BR" dirty="0"/>
              <a:t>Conteúdo em duas colunas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ópicos em duas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2160000"/>
            <a:ext cx="21031200" cy="1775896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72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do </a:t>
            </a:r>
            <a:r>
              <a:rPr lang="pt-BR" dirty="0" smtClean="0"/>
              <a:t>slide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11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5015895"/>
            <a:ext cx="21031200" cy="7606643"/>
          </a:xfrm>
          <a:prstGeom prst="rect">
            <a:avLst/>
          </a:prstGeom>
        </p:spPr>
        <p:txBody>
          <a:bodyPr lIns="0" tIns="0" rIns="0" bIns="0" numCol="2" spcCol="720000"/>
          <a:lstStyle>
            <a:lvl1pPr marL="571500" indent="-571500">
              <a:buFont typeface="Arial" charset="0"/>
              <a:buChar char="•"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Conteúdo </a:t>
            </a:r>
            <a:r>
              <a:rPr lang="pt-BR"/>
              <a:t>em tópicos e em duas colunas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60894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2160000"/>
            <a:ext cx="21031200" cy="1775896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72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do </a:t>
            </a:r>
            <a:r>
              <a:rPr lang="pt-BR" dirty="0" smtClean="0"/>
              <a:t>slide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5015896"/>
            <a:ext cx="9804400" cy="760664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Conteúdo em texto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770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 hasCustomPrompt="1"/>
          </p:nvPr>
        </p:nvSpPr>
        <p:spPr>
          <a:xfrm>
            <a:off x="1676400" y="2160000"/>
            <a:ext cx="21031200" cy="1775896"/>
          </a:xfrm>
          <a:prstGeom prst="rect">
            <a:avLst/>
          </a:prstGeom>
        </p:spPr>
        <p:txBody>
          <a:bodyPr wrap="square" lIns="0" tIns="0" rIns="0" bIns="0"/>
          <a:lstStyle>
            <a:lvl1pPr>
              <a:defRPr sz="72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pt-BR" dirty="0"/>
              <a:t>Título do </a:t>
            </a:r>
            <a:r>
              <a:rPr lang="pt-BR" dirty="0" smtClean="0"/>
              <a:t>slide</a:t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theme" Target="../theme/theme2.xml"/><Relationship Id="rId9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242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9200" y="11760200"/>
            <a:ext cx="6654800" cy="195580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023821"/>
            <a:ext cx="5943600" cy="112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436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6979" y="538520"/>
            <a:ext cx="3799668" cy="7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81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688" r:id="rId2"/>
    <p:sldLayoutId id="2147483703" r:id="rId3"/>
    <p:sldLayoutId id="2147483691" r:id="rId4"/>
    <p:sldLayoutId id="2147483686" r:id="rId5"/>
    <p:sldLayoutId id="2147483694" r:id="rId6"/>
    <p:sldLayoutId id="2147483695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263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550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31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22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325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57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a">
  <a:themeElements>
    <a:clrScheme name="Residência Full Stack">
      <a:dk1>
        <a:srgbClr val="000000"/>
      </a:dk1>
      <a:lt1>
        <a:srgbClr val="FFFFFF"/>
      </a:lt1>
      <a:dk2>
        <a:srgbClr val="193658"/>
      </a:dk2>
      <a:lt2>
        <a:srgbClr val="FFFAF3"/>
      </a:lt2>
      <a:accent1>
        <a:srgbClr val="C90969"/>
      </a:accent1>
      <a:accent2>
        <a:srgbClr val="0093D6"/>
      </a:accent2>
      <a:accent3>
        <a:srgbClr val="C7DD45"/>
      </a:accent3>
      <a:accent4>
        <a:srgbClr val="008541"/>
      </a:accent4>
      <a:accent5>
        <a:srgbClr val="F18B20"/>
      </a:accent5>
      <a:accent6>
        <a:srgbClr val="173609"/>
      </a:accent6>
      <a:hlink>
        <a:srgbClr val="52B9E6"/>
      </a:hlink>
      <a:folHlink>
        <a:srgbClr val="52B9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E8CE8E2AE08A749AFC8FB7C348672D5" ma:contentTypeVersion="3" ma:contentTypeDescription="Crie um novo documento." ma:contentTypeScope="" ma:versionID="aada78494fdbd230d29e23b0f9ae7181">
  <xsd:schema xmlns:xsd="http://www.w3.org/2001/XMLSchema" xmlns:xs="http://www.w3.org/2001/XMLSchema" xmlns:p="http://schemas.microsoft.com/office/2006/metadata/properties" xmlns:ns2="efd504fb-5aec-4639-94bf-e38d664b72a2" targetNamespace="http://schemas.microsoft.com/office/2006/metadata/properties" ma:root="true" ma:fieldsID="632af62b6cc6c2e12787245431030fc7" ns2:_="">
    <xsd:import namespace="efd504fb-5aec-4639-94bf-e38d664b72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d504fb-5aec-4639-94bf-e38d664b72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F90A88-1ADA-4F73-886E-A7411A2C91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F1A71B-5636-40FA-A529-D2C2491D4E93}">
  <ds:schemaRefs>
    <ds:schemaRef ds:uri="http://schemas.microsoft.com/office/2006/metadata/properties"/>
    <ds:schemaRef ds:uri="http://schemas.microsoft.com/office/infopath/2007/PartnerControls"/>
    <ds:schemaRef ds:uri="48854dfc-6e59-4486-8452-6d085d912906"/>
    <ds:schemaRef ds:uri="1ac7ff2b-c1a8-400b-b229-96e9bfb75845"/>
  </ds:schemaRefs>
</ds:datastoreItem>
</file>

<file path=customXml/itemProps3.xml><?xml version="1.0" encoding="utf-8"?>
<ds:datastoreItem xmlns:ds="http://schemas.openxmlformats.org/officeDocument/2006/customXml" ds:itemID="{6BBB1587-30E2-4729-ABE3-2A71509D964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</TotalTime>
  <Words>0</Words>
  <Application>Microsoft Macintosh PowerPoint</Application>
  <PresentationFormat>Personalizar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Capa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Giovana Garcia Corsi</dc:creator>
  <cp:lastModifiedBy>Giovanacorsi</cp:lastModifiedBy>
  <cp:revision>128</cp:revision>
  <dcterms:created xsi:type="dcterms:W3CDTF">2023-06-23T19:10:01Z</dcterms:created>
  <dcterms:modified xsi:type="dcterms:W3CDTF">2026-01-13T12:28:21Z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0x0101001E8CE8E2AE08A749AFC8FB7C348672D5</vt:lpwstr>
  </property>
  <property fmtid="{D5CDD505-2E9C-101B-9397-08002B2CF9AE}" pid="3" name="MediaServiceImageTags">
    <vt:lpwstr/>
  </property>
</Properties>
</file>